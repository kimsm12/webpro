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/>
  <p:notesSz cx="8229600" cy="14630400"/>
  <p:embeddedFontLst>
    <p:embeddedFont>
      <p:font typeface="Noto Sans KR" panose="020B0200000000000000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90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D7DC-6A5D-4E1B-308E-38716251F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D27F2-0422-30E4-2CB6-8C8F480F7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E6556-6B08-8AD5-4094-1AD3EBF23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FF1E6-5A2B-E3B2-22AC-CEE18E727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36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fr2ebe26y1rTTbz27oFbH4/akadai646-s-team-library?node-id=0-1&amp;t=NXDxpXs25jIHsI5w-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i-craftsman-guide.lovable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애플파이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 추천 사이트 나으리</a:t>
            </a:r>
            <a:endParaRPr lang="en-US" sz="175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41A845-CB47-0736-D8F3-AF843FD5A87D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867" y="512207"/>
            <a:ext cx="4656773" cy="581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목차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1867" y="1466612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701" y="1660446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292" y="1814036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701" y="2405420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08307" y="1466612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2141" y="1660446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5731" y="1814036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2141" y="2405420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문제 제기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51867" y="3076575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5701" y="3270409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292" y="3423999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701" y="4015383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Figma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408307" y="3076575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02141" y="3270409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5731" y="3423999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02141" y="4015383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PWA 적용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651867" y="4686538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45701" y="4880372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9292" y="5033963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5701" y="5625346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활용 API 종류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7408307" y="4686538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02141" y="4880372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55731" y="5033963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02141" y="5625346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프롬프트 리스트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651867" y="6296501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45701" y="6490335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9292" y="6643926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45701" y="7235309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웹페이지 시연</a:t>
            </a:r>
            <a:endParaRPr lang="en-US" sz="1800" dirty="0"/>
          </a:p>
        </p:txBody>
      </p:sp>
      <p:sp>
        <p:nvSpPr>
          <p:cNvPr id="31" name="Shape 22"/>
          <p:cNvSpPr/>
          <p:nvPr/>
        </p:nvSpPr>
        <p:spPr>
          <a:xfrm>
            <a:off x="7408307" y="6296501"/>
            <a:ext cx="6570226" cy="1423749"/>
          </a:xfrm>
          <a:prstGeom prst="roundRect">
            <a:avLst>
              <a:gd name="adj" fmla="val 549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602141" y="6490335"/>
            <a:ext cx="558760" cy="558760"/>
          </a:xfrm>
          <a:prstGeom prst="roundRect">
            <a:avLst>
              <a:gd name="adj" fmla="val 16363171"/>
            </a:avLst>
          </a:prstGeom>
          <a:solidFill>
            <a:srgbClr val="26A688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55731" y="6643926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602141" y="7235309"/>
            <a:ext cx="23283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기대효과</a:t>
            </a:r>
            <a:endParaRPr lang="en-US" sz="18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B3F921-34FB-A09A-E5F2-E9F4EBE98362}"/>
              </a:ext>
            </a:extLst>
          </p:cNvPr>
          <p:cNvSpPr/>
          <p:nvPr/>
        </p:nvSpPr>
        <p:spPr>
          <a:xfrm>
            <a:off x="12790967" y="7814929"/>
            <a:ext cx="1754373" cy="4146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06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프로젝트 개요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53020"/>
            <a:ext cx="13042821" cy="1544955"/>
          </a:xfrm>
          <a:prstGeom prst="roundRect">
            <a:avLst>
              <a:gd name="adj" fmla="val 6166"/>
            </a:avLst>
          </a:prstGeom>
          <a:solidFill>
            <a:srgbClr val="C1F1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570321"/>
            <a:ext cx="354330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1748" y="2536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프로젝트 목표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01748" y="3117652"/>
            <a:ext cx="120080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사용자가 자신의 증상을 간단히 입력하면, AI가 실시간으로 증상을 분석하고 API를 통해 적합한 약을 추천합니다.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13813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주요 기능</a:t>
            </a:r>
            <a:endParaRPr lang="en-US" sz="3550" dirty="0"/>
          </a:p>
        </p:txBody>
      </p:sp>
      <p:sp>
        <p:nvSpPr>
          <p:cNvPr id="8" name="Shape 5"/>
          <p:cNvSpPr/>
          <p:nvPr/>
        </p:nvSpPr>
        <p:spPr>
          <a:xfrm>
            <a:off x="793790" y="504527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504527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5302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정확한 증상 분석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579298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사용자가 입력하는 증상을 AI가 정밀하게 분석하여 약 추천의 정확성을 높입니다.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6962" y="504527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86482" y="504527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5565696" y="5302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실시간 약 추천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565696" y="579298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AI 기반으로 사용자 증상에 가장 적합한 약 정보를 실시간으로 제공하여 복약 편의성을 증대합니다.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640133" y="504527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9653" y="504527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8" name="Text 15"/>
          <p:cNvSpPr/>
          <p:nvPr/>
        </p:nvSpPr>
        <p:spPr>
          <a:xfrm>
            <a:off x="9988868" y="5302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주변 약국 찾기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988868" y="579298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추천받은 약을 구매할 수 있는 주변 약국 정보를 지도와 함께 제공하여 사용자의 편의성을 극대화합니다.</a:t>
            </a:r>
            <a:endParaRPr lang="en-US" sz="175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3261E0-CA84-3B29-99D4-7A75DAB9281F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16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문제 제기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50638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250638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2507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정확한 약 선택의 어려움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2998351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약국에서 수많은 약 중 선택이 어렵고, 부작용이나 복약 오류의 위험이 높습니다.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250638"/>
            <a:ext cx="36648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868" y="2250638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5034082" y="2507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신뢰할 정보 부족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34082" y="2998351"/>
            <a:ext cx="3058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인터넷의 의약품 정보는 정확성이 보장되지 않아 소비자의 혼란이 지속되고 있습니다.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571167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310" y="457116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1142524" y="4828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의료 정보 접근성의 격차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2524" y="5318879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일반 사용자는 약 성분, 금기 사항, 주의 증상 등 의료 정보를 이해하기 어려워 올바른 건강 관리에 제약이 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32" y="1007983"/>
            <a:ext cx="3200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Figma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48032" y="1664017"/>
            <a:ext cx="13734336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Figma를 통해 회의, 기획, 디자인을 진행했습니다.</a:t>
            </a:r>
            <a:endParaRPr lang="en-US" sz="1750" dirty="0"/>
          </a:p>
        </p:txBody>
      </p:sp>
      <p:pic>
        <p:nvPicPr>
          <p:cNvPr id="6" name="그림 5">
            <a:hlinkClick r:id="rId3"/>
            <a:extLst>
              <a:ext uri="{FF2B5EF4-FFF2-40B4-BE49-F238E27FC236}">
                <a16:creationId xmlns:a16="http://schemas.microsoft.com/office/drawing/2014/main" id="{74681D8F-9EAD-9858-7D37-E88A879EA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4" y="1868805"/>
            <a:ext cx="11566759" cy="598253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FB60F8F-5670-E7B3-E6A5-F003C10F6734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711" y="3517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PWA 적용</a:t>
            </a:r>
            <a:endParaRPr lang="en-US" sz="44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CD81B38-8EBE-F8A5-6E6C-F577C3AD2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22" y="1403497"/>
            <a:ext cx="4422411" cy="65913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8499F1E-2462-FBF9-5F8D-541228860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02" y="1403497"/>
            <a:ext cx="4020111" cy="18100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CC2DE8-22C6-8064-4F08-F3E767D97661}"/>
              </a:ext>
            </a:extLst>
          </p:cNvPr>
          <p:cNvSpPr txBox="1"/>
          <p:nvPr/>
        </p:nvSpPr>
        <p:spPr>
          <a:xfrm>
            <a:off x="3704944" y="845486"/>
            <a:ext cx="2519916" cy="432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50"/>
              </a:lnSpc>
            </a:pPr>
            <a:r>
              <a:rPr lang="en-US" altLang="ko-KR" sz="1750" dirty="0" err="1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Manifest.json</a:t>
            </a:r>
            <a:endParaRPr lang="ko-KR" altLang="en-US" sz="1750" dirty="0">
              <a:solidFill>
                <a:srgbClr val="333F7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Open Sans" pitchFamily="34" charset="-12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C8163A-7D48-3DBC-DC90-33CC6D9EFA72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1D0-1791-6D59-1E31-5A1FA9CA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977295-3F2F-7E24-D79A-772E24BA470A}"/>
              </a:ext>
            </a:extLst>
          </p:cNvPr>
          <p:cNvSpPr/>
          <p:nvPr/>
        </p:nvSpPr>
        <p:spPr>
          <a:xfrm>
            <a:off x="506711" y="3517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PWA 적용</a:t>
            </a:r>
            <a:endParaRPr lang="en-US" sz="4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E2237F-A7EF-C37C-43B7-E227DD3CC7DA}"/>
              </a:ext>
            </a:extLst>
          </p:cNvPr>
          <p:cNvSpPr txBox="1"/>
          <p:nvPr/>
        </p:nvSpPr>
        <p:spPr>
          <a:xfrm>
            <a:off x="5717057" y="956962"/>
            <a:ext cx="2519916" cy="432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50"/>
              </a:lnSpc>
            </a:pPr>
            <a:r>
              <a:rPr lang="en-US" altLang="ko-KR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pwabuilder-sw.js</a:t>
            </a:r>
            <a:endParaRPr lang="ko-KR" altLang="en-US" sz="1750" dirty="0">
              <a:solidFill>
                <a:srgbClr val="333F7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Open Sans" pitchFamily="34" charset="-12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1C2929-05E0-6E03-78AE-415CAB7D5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40" y="1599553"/>
            <a:ext cx="6400558" cy="62977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073B83-D1ED-DC56-5610-2310404EA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115" y="1599553"/>
            <a:ext cx="6077798" cy="22291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5575BB-879E-6382-E2EF-2A42B3FB2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015" y="4625985"/>
            <a:ext cx="5382376" cy="24863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67B7D98-0CAB-1288-D2B4-38D3BD656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536" y="4029360"/>
            <a:ext cx="676369" cy="37152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B296E5-29A1-50DB-BD56-E57C9578935B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74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활용 API 종류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카카오 맵 API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31517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주변 약국 위치 검색 및 지도 표시 기능 제공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제미나이 API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6760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 증상 분석 및 맞춤형 약 추천을 위한 AI 자연어 처리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546527"/>
            <a:ext cx="38164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식품의약품안전처 e약은요 API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0369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공식 의약품 정보 및 복용법, 부작용 등 신뢰성 높은 데이터 제공</a:t>
            </a:r>
            <a:endParaRPr lang="en-US" sz="175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DAE949-5A5D-82C4-7F0D-33F4BB66197C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947" y="565071"/>
            <a:ext cx="5128260" cy="640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프롬프트 리스트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7947" y="1698188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증상을 입력하면 약을 추천하는 웹서비스의 전체 구조(프론트, 백엔드, API 흐름)를 설계해줘.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7947" y="2294811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카카오맵 API, 식약처 e약은요 API, Gemini API를 연결한 서비스 아키텍처 다이어그램을 만들어줘.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7947" y="2891433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증상 입력 → AI 분석 → 약 추천 → 약 정보 상세 보기까지의 사용자 흐름(UX Flow)을 작성해줘.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7947" y="3488055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PWA 기반 웹서비스를 위한 페이지 구성(홈, 증상 입력, 약 추천 결과, 주변 약국 찾기)을 설계해줘.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947" y="4084677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의약품 추천 웹의 UI를 심플하고 의료 앱 느낌으로 디자인된 와이어프레임을 설명해줘.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7947" y="4681299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사용자가 입력한 증상을 분석해서 필요한 약 카테고리를 분류하는 규칙을 만들어줘.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947" y="5277922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제미나이 API로 '증상 텍스트 → 약 추천' 프롬프트 템플릿을 만들어줘.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947" y="5874544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여러 증상이 동시에 입력되었을 때 우선순위를 평가하는 알고리즘을 만들어줘.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7947" y="6471166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금기 성분, 연령, 임신 여부 등 추가 조건을 고려한 약 필터링 로직을 설계해줘.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7947" y="7067788"/>
            <a:ext cx="4065508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10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체계적인 약 추천 결과 JSON 포맷을 만들어줘(성분, 효능, 주의사항 포함).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91376" y="1698188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제미나이 API를 이용해 증상 분석 결과를 요약해서 '사용자 친화적 문장'으로 변환하는 프롬프트를 작성해줘.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91376" y="2294811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 증상 분석 정확도를 높이기 위해 AI에게 검증 질문을 생성하는 프롬프트를 만들어줘.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91376" y="2891433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식약처 e약은요 API에서 약 정보를 가져와 성분·효능·주의사항을 정리하는 코드 예제를 만들어줘.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91376" y="3488055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약품명으로 검색했을 때 여러 제품이 나오면 가장 대표 제품을 선택하는 기준을 제안해줘.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1376" y="4084677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식약처 API 응답값을 '사용자에게 보기 좋게 카드 형식'으로 변환하는 규칙을 작성해줘.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91376" y="4681299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성분명으로 약을 재검색해야 할 때 API 쿼리를 자동 생성하는 함수를 설계해줘.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91376" y="5277922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식약처 API와 LLM을 결합해서 부작용 정보를 쉽게 요약하는 프롬프트를 만들어줘.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91376" y="5874544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 추천 결과에 따라 '주의해야 할 행동(음주, 운전 등)'을 자동 생성하는 프롬프트를 만들어줘.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91376" y="6471166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카카오맵 API를 이용해서 '주변 약국 찾기' 기능의 기본 코드 템플릿을 작성해줘.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91376" y="7067788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10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사용자의 현재 위치 기반 약국 목록을 지도에 표시하는 마커 디자인 아이디어를 제공해줘.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63376" y="1698188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약국 검색 결과를 거리순, 영업 여부 기준으로 정렬하는 로직을 만들어줘.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63376" y="2294811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약국 위치를 클릭했을 때 약국 정보 팝업(전화번호, 영업시간)을 표시하는 UI를 설계해줘.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63376" y="2891433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카카오맵 API와 PWA를 연동해 오프라인 상태에서도 최소 정보가 보이도록 캐싱 전략을 제안해줘.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63376" y="3488055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PWA용 manifest.json을 증상 분석 웹사이트에 맞게 작성해줘(이름·아이콘·start_url 포함).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63376" y="4084677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서비스워커(Service Worker)를 이용해 API 응답을 캐싱하는 코드를 만들어줘.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63376" y="4681299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오프라인 상태에서도 홈 화면을 볼 수 있도록 PWA 캐싱 전략을 만들어줘.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63376" y="5277922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PWA 설치 버튼(UI/UX)을 자연스럽게 보이도록 구현하는 방법을 설명해줘.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63376" y="5874544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로딩 속도 최적화를 위해 필요한 이미지 압축·js 번들링·캐싱 전략을 추천해줘.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63376" y="6471166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 추천 결과 페이지에서 사용자에게 보여줄 친절한 안내 문구를 여러 버전으로 생성해줘.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63376" y="7067788"/>
            <a:ext cx="4064079" cy="524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10"/>
            </a:pPr>
            <a:r>
              <a:rPr lang="en-US" sz="120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사용자가 자주 입력하는 증상 키워드를 예측하여 자동완성 리스트를 만드는 프롬프트를 만들어줘.</a:t>
            </a:r>
            <a:endParaRPr 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3C9B2A-DA31-4D9C-016B-4EA77861AFC6}"/>
              </a:ext>
            </a:extLst>
          </p:cNvPr>
          <p:cNvSpPr/>
          <p:nvPr/>
        </p:nvSpPr>
        <p:spPr>
          <a:xfrm>
            <a:off x="12790967" y="7591648"/>
            <a:ext cx="1754373" cy="5248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557260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웹페이지 시연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30843" y="1755219"/>
            <a:ext cx="30480" cy="4997768"/>
          </a:xfrm>
          <a:prstGeom prst="roundRect">
            <a:avLst>
              <a:gd name="adj" fmla="val 307155"/>
            </a:avLst>
          </a:prstGeom>
          <a:solidFill>
            <a:srgbClr val="BCDBD4"/>
          </a:solidFill>
          <a:ln/>
        </p:spPr>
      </p:sp>
      <p:sp>
        <p:nvSpPr>
          <p:cNvPr id="4" name="Shape 2"/>
          <p:cNvSpPr/>
          <p:nvPr/>
        </p:nvSpPr>
        <p:spPr>
          <a:xfrm>
            <a:off x="1251109" y="1990725"/>
            <a:ext cx="668655" cy="30480"/>
          </a:xfrm>
          <a:prstGeom prst="roundRect">
            <a:avLst>
              <a:gd name="adj" fmla="val 307155"/>
            </a:avLst>
          </a:prstGeom>
          <a:solidFill>
            <a:srgbClr val="BCDBD4"/>
          </a:solidFill>
          <a:ln/>
        </p:spPr>
      </p:sp>
      <p:sp>
        <p:nvSpPr>
          <p:cNvPr id="5" name="Shape 3"/>
          <p:cNvSpPr/>
          <p:nvPr/>
        </p:nvSpPr>
        <p:spPr>
          <a:xfrm>
            <a:off x="780098" y="1755219"/>
            <a:ext cx="501491" cy="501491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679" y="1797010"/>
            <a:ext cx="33432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45387" y="1831777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증상 입력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2145387" y="2313742"/>
            <a:ext cx="1170491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사용자가 자신의 증상을 자연어로 입력합니다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251109" y="3351609"/>
            <a:ext cx="668655" cy="30480"/>
          </a:xfrm>
          <a:prstGeom prst="roundRect">
            <a:avLst>
              <a:gd name="adj" fmla="val 307155"/>
            </a:avLst>
          </a:prstGeom>
          <a:solidFill>
            <a:srgbClr val="BCDBD4"/>
          </a:solidFill>
          <a:ln/>
        </p:spPr>
      </p:sp>
      <p:sp>
        <p:nvSpPr>
          <p:cNvPr id="10" name="Shape 8"/>
          <p:cNvSpPr/>
          <p:nvPr/>
        </p:nvSpPr>
        <p:spPr>
          <a:xfrm>
            <a:off x="780098" y="3116104"/>
            <a:ext cx="501491" cy="501491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79" y="3157895"/>
            <a:ext cx="33432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45387" y="3192661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AI 분석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2145387" y="3674626"/>
            <a:ext cx="1170491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입력된 증상을 실시간으로 분석하고 추가 질문을 생성합니다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251109" y="4712494"/>
            <a:ext cx="668655" cy="30480"/>
          </a:xfrm>
          <a:prstGeom prst="roundRect">
            <a:avLst>
              <a:gd name="adj" fmla="val 307155"/>
            </a:avLst>
          </a:prstGeom>
          <a:solidFill>
            <a:srgbClr val="BCDB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80098" y="4476988"/>
            <a:ext cx="501491" cy="501491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679" y="4518779"/>
            <a:ext cx="33432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45387" y="4553545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약 추천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2145387" y="5035510"/>
            <a:ext cx="1170491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분석 결과를 바탕으로 적합한 약을 추천합니다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251109" y="6073378"/>
            <a:ext cx="668655" cy="30480"/>
          </a:xfrm>
          <a:prstGeom prst="roundRect">
            <a:avLst>
              <a:gd name="adj" fmla="val 307155"/>
            </a:avLst>
          </a:prstGeom>
          <a:solidFill>
            <a:srgbClr val="BCDB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098" y="5837873"/>
            <a:ext cx="501491" cy="501491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679" y="5879663"/>
            <a:ext cx="33432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145387" y="5914430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상세 정보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2145387" y="6396395"/>
            <a:ext cx="1170491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복용법, 주의사항, 부작용 등 상세 정보를 제공합니다</a:t>
            </a:r>
            <a:endParaRPr lang="en-US" sz="1750" dirty="0"/>
          </a:p>
        </p:txBody>
      </p:sp>
      <p:pic>
        <p:nvPicPr>
          <p:cNvPr id="24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98" y="7003733"/>
            <a:ext cx="1734026" cy="612934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6DD98D-8587-5237-4E34-0551FC1887CB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969B432-AD1F-0B2D-3C29-A79BCF158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045" y="2335972"/>
            <a:ext cx="3477110" cy="34580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기대효과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정확한 약 선택 지원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AI 기반 분석으로 사용자의 증상에 맞는 정확한 약을 추천하여 약 선택의 어려움을 해결합니다.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의료 정보 접근성 향상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시간과 장소의 제약 없이 신뢰할 수 있는 의료 정보에 접근할 수 있어 의료 정보 격차를 줄입니다.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자기 건강관리 능력 강화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약 성분, 금기 사항, 주의 증상 등 이해하기 쉬운 정보 제공으로 사용자의 자가 건강 관리 능력을 향상시킵니다.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30785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빠르고 간편한 서비스 이용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직관적인 UI와 실시간 처리로 누구나 쉽고 빠르게 필요한 약 정보를 얻을 수 있습니다.</a:t>
            </a:r>
            <a:endParaRPr lang="en-US" sz="175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CB562E-FB75-F667-BC99-75850647467A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9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참고 자료 및 출처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1602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https://ai.google.dev/aistudio?hl=ko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24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https://gemini.google.com/app?hl=ko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46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https://lovable.dev/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6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https://www.data.go.kr/iim/api/selectAPIAcountView.do</a:t>
            </a:r>
            <a:endParaRPr lang="en-US" sz="175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51DE81-B2CE-8CD3-94C6-82FEE150F001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7BCC68C-31C0-1827-BE2F-2027483D71FA}"/>
              </a:ext>
            </a:extLst>
          </p:cNvPr>
          <p:cNvSpPr/>
          <p:nvPr/>
        </p:nvSpPr>
        <p:spPr>
          <a:xfrm>
            <a:off x="793789" y="59274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https://developers.kakao.com/</a:t>
            </a:r>
            <a:endParaRPr lang="en-US" sz="17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2CB748D-D00C-FEFA-F5EA-F86289BC0249}"/>
              </a:ext>
            </a:extLst>
          </p:cNvPr>
          <p:cNvSpPr/>
          <p:nvPr/>
        </p:nvSpPr>
        <p:spPr>
          <a:xfrm>
            <a:off x="793790" y="63679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Open Sans" pitchFamily="34" charset="-120"/>
              </a:rPr>
              <a:t>https://claude.ai/new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9980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b="1" dirty="0">
                <a:solidFill>
                  <a:srgbClr val="333F7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nbounded Bold" pitchFamily="34" charset="-120"/>
              </a:rPr>
              <a:t>감사합니다</a:t>
            </a:r>
            <a:endParaRPr lang="en-US" sz="1335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3CBCA5-06D5-9090-813A-2A6E05C72DEB}"/>
              </a:ext>
            </a:extLst>
          </p:cNvPr>
          <p:cNvSpPr/>
          <p:nvPr/>
        </p:nvSpPr>
        <p:spPr>
          <a:xfrm>
            <a:off x="12790967" y="7591647"/>
            <a:ext cx="1754373" cy="637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882</Words>
  <Application>Microsoft Office PowerPoint</Application>
  <PresentationFormat>사용자 지정</PresentationFormat>
  <Paragraphs>115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수민 김</cp:lastModifiedBy>
  <cp:revision>5</cp:revision>
  <dcterms:created xsi:type="dcterms:W3CDTF">2025-12-02T08:15:13Z</dcterms:created>
  <dcterms:modified xsi:type="dcterms:W3CDTF">2025-12-02T14:15:37Z</dcterms:modified>
</cp:coreProperties>
</file>